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660" r:id="rId4"/>
    <p:sldId id="603" r:id="rId5"/>
    <p:sldId id="566" r:id="rId6"/>
    <p:sldId id="568" r:id="rId7"/>
    <p:sldId id="580" r:id="rId8"/>
    <p:sldId id="569" r:id="rId9"/>
    <p:sldId id="666" r:id="rId10"/>
    <p:sldId id="877" r:id="rId12"/>
    <p:sldId id="935" r:id="rId13"/>
    <p:sldId id="936" r:id="rId14"/>
    <p:sldId id="937" r:id="rId15"/>
    <p:sldId id="938" r:id="rId16"/>
    <p:sldId id="943" r:id="rId17"/>
    <p:sldId id="944" r:id="rId18"/>
    <p:sldId id="945" r:id="rId19"/>
    <p:sldId id="946" r:id="rId20"/>
    <p:sldId id="947" r:id="rId21"/>
    <p:sldId id="948" r:id="rId22"/>
    <p:sldId id="939" r:id="rId23"/>
    <p:sldId id="949" r:id="rId24"/>
    <p:sldId id="940" r:id="rId25"/>
    <p:sldId id="950" r:id="rId26"/>
    <p:sldId id="941" r:id="rId27"/>
    <p:sldId id="942" r:id="rId28"/>
    <p:sldId id="695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B4E6"/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napToObjects="1" showGuides="1">
      <p:cViewPr varScale="1">
        <p:scale>
          <a:sx n="116" d="100"/>
          <a:sy n="116" d="100"/>
        </p:scale>
        <p:origin x="336" y="108"/>
      </p:cViewPr>
      <p:guideLst>
        <p:guide orient="horz" pos="2045"/>
        <p:guide pos="37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gs" Target="tags/tag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63645" y="715645"/>
            <a:ext cx="4814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smtClean="0"/>
              <a:t>面向新工科普通高等教育系列</a:t>
            </a:r>
            <a:r>
              <a:rPr lang="zh-CN" altLang="zh-CN" sz="2400"/>
              <a:t>教材</a:t>
            </a:r>
            <a:endParaRPr lang="zh-CN" altLang="zh-CN" sz="2400"/>
          </a:p>
        </p:txBody>
      </p:sp>
      <p:sp>
        <p:nvSpPr>
          <p:cNvPr id="21" name="文本框 20"/>
          <p:cNvSpPr txBox="1"/>
          <p:nvPr/>
        </p:nvSpPr>
        <p:spPr>
          <a:xfrm>
            <a:off x="9003665" y="5825490"/>
            <a:ext cx="2230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300" normalizeH="0" baseline="0" noProof="0" smtClean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机械工业出</a:t>
            </a:r>
            <a:r>
              <a:rPr kumimoji="0" lang="zh-CN" altLang="en-US" sz="2000" b="1" kern="1200" cap="none" spc="300" normalizeH="0" baseline="0" noProof="0" dirty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版社</a:t>
            </a:r>
            <a:endParaRPr kumimoji="0" lang="zh-CN" altLang="en-US" sz="2000" b="1" kern="1200" cap="none" spc="300" normalizeH="0" baseline="0" noProof="0" dirty="0">
              <a:solidFill>
                <a:srgbClr val="D34817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6152" y="1656298"/>
            <a:ext cx="102279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网页设计与制作教程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（HTML+CSS+JavaScript）第3版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3"/>
          <p:cNvSpPr>
            <a:spLocks noGrp="1"/>
          </p:cNvSpPr>
          <p:nvPr>
            <p:ph type="ctrTitle"/>
          </p:nvPr>
        </p:nvSpPr>
        <p:spPr>
          <a:xfrm>
            <a:off x="609600" y="1506538"/>
            <a:ext cx="10972800" cy="1470025"/>
          </a:xfrm>
        </p:spPr>
        <p:txBody>
          <a:bodyPr vert="horz" wrap="square" lIns="91440" tIns="45720" rIns="91440" bIns="91440" anchor="ctr" anchorCtr="0"/>
          <a:p>
            <a:pPr>
              <a:buClrTx/>
              <a:buSzTx/>
              <a:buFontTx/>
              <a:buNone/>
            </a:pPr>
            <a:r>
              <a:rPr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第11章  馨美装修网站的制作</a:t>
            </a:r>
            <a:endParaRPr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195" name="Rectangle 1"/>
          <p:cNvSpPr>
            <a:spLocks noGrp="1"/>
          </p:cNvSpPr>
          <p:nvPr>
            <p:ph type="body" idx="1"/>
          </p:nvPr>
        </p:nvSpPr>
        <p:spPr>
          <a:xfrm>
            <a:off x="601345" y="2548255"/>
            <a:ext cx="5260340" cy="3571240"/>
          </a:xfrm>
        </p:spPr>
        <p:txBody>
          <a:bodyPr/>
          <a:p>
            <a:r>
              <a:t>11.1  网站的开发流程</a:t>
            </a:r>
          </a:p>
          <a:p>
            <a:r>
              <a:t>11.2  网站结构</a:t>
            </a:r>
          </a:p>
          <a:p>
            <a:r>
              <a:t>11.3  网站技术分析</a:t>
            </a:r>
          </a:p>
          <a:p>
            <a:r>
              <a:t>11.4  制作首页</a:t>
            </a:r>
          </a:p>
          <a:p>
            <a:r>
              <a:t>11.5  制作合作案例页</a:t>
            </a:r>
          </a:p>
          <a:p>
            <a:r>
              <a:t>11.6  网站的整合</a:t>
            </a:r>
          </a:p>
          <a:p/>
          <a:p/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>
                <a:sym typeface="+mn-ea"/>
              </a:rPr>
              <a:t>11.1  网站的开发流程</a:t>
            </a:r>
            <a:endParaRPr>
              <a:sym typeface="+mn-ea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>
                <a:sym typeface="+mn-ea"/>
              </a:rPr>
              <a:t>11.1  网站的开发流程</a:t>
            </a:r>
            <a:endParaRPr>
              <a:sym typeface="+mn-ea"/>
            </a:endParaRPr>
          </a:p>
        </p:txBody>
      </p:sp>
      <p:sp>
        <p:nvSpPr>
          <p:cNvPr id="8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典型的网站开发流程包括以下几个阶段。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1）规划站点：包括确立站点的策略或目标、确定所面向的用户以及站点的数据需求。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2）网站制作：包括设置网站的开发环境、规划页面设计和布局、创建内容资源等。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3）测试站点：测试页面的链接及网站的兼容性。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4）发布站点：将站点发布到服务器上。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11.2  网站结构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880" y="3246755"/>
            <a:ext cx="74644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11.2.1  创建站点目录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11.2.2  网站页面的组成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11.2.1  创建站点目录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1．创建站点根目录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本章讲解的综合案例建立在D:\web\ch11目录中。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2．根目录下的通用目录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1）images目录：存放网站的各种图标。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2）upload目录：存放网站的图像素材。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3）css目录：存放CSS样式文件，实现内容和样式的分离。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4）js目录：存放JavaScript脚本文件。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11.2.2  网站页面的组成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馨美装修网站的主要组成页面如下：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1）公司首页（index.html）：显示网站的Logo、导航菜单、广告、公司介绍、合作案例、新闻中心、合作伙伴和版权声明等信息。</a:t>
            </a:r>
            <a:endParaRPr lang="en-US" altLang="zh-CN" sz="20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2）合作案例页（case.html）：显示合作案例分类的页面。</a:t>
            </a:r>
            <a:endParaRPr lang="en-US" altLang="zh-CN" sz="20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3）案例明细页（case_info.html）：显示案例详细内容的页面。</a:t>
            </a:r>
            <a:endParaRPr lang="en-US" altLang="zh-CN" sz="20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4）新闻中心页（news.html）：显示新闻列表的页面。</a:t>
            </a:r>
            <a:endParaRPr lang="en-US" altLang="zh-CN" sz="20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5）新闻明细页（news_info.html）：显示新闻详细内容的页面。</a:t>
            </a:r>
            <a:endParaRPr lang="en-US" altLang="zh-CN" sz="20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6）人才招聘页（zhaopin.html）：显示招聘职位列表的页面。</a:t>
            </a:r>
            <a:endParaRPr lang="en-US" altLang="zh-CN" sz="20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7）招聘明细页（zhaopin_info.html）：显示招聘职位详细内容的页面。</a:t>
            </a:r>
            <a:endParaRPr lang="en-US" altLang="zh-CN" sz="20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latin typeface="+mn-lt"/>
                <a:ea typeface="+mn-ea"/>
                <a:cs typeface="+mn-cs"/>
              </a:rPr>
              <a:t>8）关于我们页（about.html）：显示企业介绍、联系我们信息的页面。</a:t>
            </a:r>
            <a:endParaRPr lang="en-US" altLang="zh-CN" sz="20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11.3  网站技术分析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11.3  网站技术分析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制作馨美装修网站的使用的主要技术如下：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1．HTML5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HTML5是网页结构语言，负责组织网页结构。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2．CSS3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CSS3是网页表现语言，实现表现和结构相分离。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3．JavaScript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JavaScript是网页行为语言，实现页面交互与网页特效。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11.4  制作首页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880" y="3246755"/>
            <a:ext cx="74644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11.4.1  页面结构代码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11.4.2  页面样式设计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11.4.3  页面交互与网页特效的实现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90570" y="461645"/>
            <a:ext cx="5610225" cy="593407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11.4.1  页面结构代码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首先列出页面的结构代码，使读者对页面的整体结构有一个全面的认识，然后在此基础上重点讲解页面样式、交互及网页特效的实现方法。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11.4.2  页面样式设计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1．全局样式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全局样式文件为style.css，定义在站点的css文件夹下面。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2．页面顶部导航的样式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页面顶部导航的内容被放置在名为head的Div容器中，主要用来显示网站的Logo、联系电话和导航菜单，如图11-3所示。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245" y="4783455"/>
            <a:ext cx="7865110" cy="15367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11.4.2  页面样式设计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3．广告条和热点新闻的样式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广告条的内容被放置在名为banner的Div容器中，主要用来显示网站的轮播宣传广告；热点新闻的内容被放置在名为bg_a的Div容器中，主要用来显示循环滚动的热点新闻，如图11-4所示。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4685" y="4279265"/>
            <a:ext cx="5820410" cy="217424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11.4.2  页面样式设计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4．首页主体内容的样式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首页主体内容如图11-5所示。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0" y="934720"/>
            <a:ext cx="5305425" cy="53911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11.4.2  页面样式设计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5．版权区域的样式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版权区域的内容被放置在名为f_bg的Div容器中，如图11-6所示。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065" y="3048635"/>
            <a:ext cx="8765540" cy="166687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11.4.3  页面交互与网页特效的实现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首页中的页面交互与网页特效主要包括：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使用JavaScript实现首页广告条图片的轮播效果。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使用JavaScript实现首页热点新闻循环向上滚动的效果。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11.5  制作合作案例页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880" y="3246755"/>
            <a:ext cx="74644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11.5.1  页面结构代码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11.5.2  页面样式设计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7445" y="1618615"/>
            <a:ext cx="7501890" cy="426466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11.5.1  页面结构代码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合作案例页（case.html）的布局与首页相似，如网站的Logo、导航菜单、版权区域等，它们仅仅是页面主体的内容不同。该页面的主体内容由两部分组成，左侧包括合作案例分类链接；右侧显示案例列表。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11.5.2  页面样式设计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合作案例页主体内容的样式</a:t>
            </a:r>
            <a:r>
              <a:rPr lang="zh-CN" altLang="en-US" sz="2800" kern="1200" dirty="0">
                <a:latin typeface="+mn-lt"/>
                <a:ea typeface="+mn-ea"/>
                <a:cs typeface="+mn-cs"/>
              </a:rPr>
              <a:t>见教学资源中的代码</a:t>
            </a:r>
            <a:r>
              <a:rPr lang="en-US" altLang="zh-CN" sz="2800" kern="1200" dirty="0">
                <a:latin typeface="+mn-lt"/>
                <a:ea typeface="+mn-ea"/>
                <a:cs typeface="+mn-cs"/>
              </a:rPr>
              <a:t>.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网站其余页面的制作方法与主页非常类似，局部内容的制作已经在前面章节中讲解，读者可以在此基础上制作网站其余页面。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11.6  网站的整合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11.6  网站的整合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在前面讲解的馨美装修的相关示例中，都是按照某个栏目进行页面制作的，并未将所有的页面整合在一个统一的站点之下。读者完成馨美装修所有栏目的页面之后，需要将这些栏目页面整合在一起形成一个完整的站点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需要注意的是，当这些栏目整合完成之后，记得正确地设置各级页面之间的链接，使之有效地完成各个页面的跳转。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习题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11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1．制作馨美装修网站的工装案例页（case_info.html），如图11-8所示。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2．制作馨美装修网站的人才招聘明细页（zhaopin_info.html），如图11-9所示。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3．制作馨美装修网站的企业介绍页（about.html），如图11-10所示。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4．制作馨美装修网站的联系我们页（contact.html），如图11-11所示。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M_UNIT_PLACING_PICTURE_USER_VIEWPORT" val="{&quot;height&quot;:9345,&quot;width&quot;:8835}"/>
</p:tagLst>
</file>

<file path=ppt/tags/tag2.xml><?xml version="1.0" encoding="utf-8"?>
<p:tagLst xmlns:p="http://schemas.openxmlformats.org/presentationml/2006/main">
  <p:tag name="COMMONDATA" val="eyJoZGlkIjoiYzZjOTM1MTZkYjlhMDFiZTJlZWZhNTQ1YWMzMjI1ND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镶边</Template>
  <TotalTime>0</TotalTime>
  <Words>2163</Words>
  <Application>WPS 演示</Application>
  <PresentationFormat>宽屏</PresentationFormat>
  <Paragraphs>154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宋体</vt:lpstr>
      <vt:lpstr>Wingdings</vt:lpstr>
      <vt:lpstr>Calibri</vt:lpstr>
      <vt:lpstr>Franklin Gothic Book</vt:lpstr>
      <vt:lpstr>幼圆</vt:lpstr>
      <vt:lpstr>Wingdings 2</vt:lpstr>
      <vt:lpstr>微软雅黑</vt:lpstr>
      <vt:lpstr>Times New Roman</vt:lpstr>
      <vt:lpstr>Perpetua</vt:lpstr>
      <vt:lpstr>Arial Unicode MS</vt:lpstr>
      <vt:lpstr>幼圆</vt:lpstr>
      <vt:lpstr>黑体</vt:lpstr>
      <vt:lpstr>平衡</vt:lpstr>
      <vt:lpstr>1_平衡</vt:lpstr>
      <vt:lpstr>PowerPoint 演示文稿</vt:lpstr>
      <vt:lpstr>第6章  CSS3盒模型</vt:lpstr>
      <vt:lpstr>目录</vt:lpstr>
      <vt:lpstr>6.1  盒模型概述</vt:lpstr>
      <vt:lpstr>6.1.1  盒子的组成</vt:lpstr>
      <vt:lpstr>6.2  盒模型的属性</vt:lpstr>
      <vt:lpstr>6.2.1  内边距属性</vt:lpstr>
      <vt:lpstr>8.2.1  在HTML文档中嵌入脚本程序</vt:lpstr>
      <vt:lpstr>11.2  网站结构</vt:lpstr>
      <vt:lpstr>10.2.1  创建&lt;canvas&gt;元素</vt:lpstr>
      <vt:lpstr>11.3  网站技术分析</vt:lpstr>
      <vt:lpstr>10.2.1  创建&lt;canvas&gt;元素</vt:lpstr>
      <vt:lpstr>11.3  网站技术分析</vt:lpstr>
      <vt:lpstr>11.4.1  页面结构代码</vt:lpstr>
      <vt:lpstr>11.4.2  页面样式设计</vt:lpstr>
      <vt:lpstr>11.4.2  页面样式设计</vt:lpstr>
      <vt:lpstr>11.4.2  页面样式设计</vt:lpstr>
      <vt:lpstr>11.4.2  页面样式设计</vt:lpstr>
      <vt:lpstr>11.4  制作首页</vt:lpstr>
      <vt:lpstr>10.2.1  创建&lt;canvas&gt;元素</vt:lpstr>
      <vt:lpstr>10.2.1  创建&lt;canvas&gt;元素</vt:lpstr>
      <vt:lpstr>11.5.1  页面结构代码</vt:lpstr>
      <vt:lpstr>11.3  网站技术分析</vt:lpstr>
      <vt:lpstr>11.3  网站技术分析</vt:lpstr>
      <vt:lpstr>习题6</vt:lpstr>
    </vt:vector>
  </TitlesOfParts>
  <Company>Neusoft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Lixin Ma</dc:creator>
  <cp:lastModifiedBy>回归法师</cp:lastModifiedBy>
  <cp:revision>1191</cp:revision>
  <dcterms:created xsi:type="dcterms:W3CDTF">2013-04-09T00:17:00Z</dcterms:created>
  <dcterms:modified xsi:type="dcterms:W3CDTF">2022-09-30T04:59:03Z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71CB874E3C02413A9230A66C2D941401</vt:lpwstr>
  </property>
  <property fmtid="{D5CDD505-2E9C-101B-9397-08002B2CF9AE}" pid="3" name="KSOProductBuildVer">
    <vt:lpwstr>2052-11.1.0.12358</vt:lpwstr>
  </property>
</Properties>
</file>