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660" r:id="rId4"/>
    <p:sldId id="603" r:id="rId5"/>
    <p:sldId id="566" r:id="rId6"/>
    <p:sldId id="568" r:id="rId7"/>
    <p:sldId id="580" r:id="rId8"/>
    <p:sldId id="569" r:id="rId9"/>
    <p:sldId id="666" r:id="rId10"/>
    <p:sldId id="877" r:id="rId12"/>
    <p:sldId id="910" r:id="rId13"/>
    <p:sldId id="570" r:id="rId14"/>
    <p:sldId id="668" r:id="rId15"/>
    <p:sldId id="832" r:id="rId16"/>
    <p:sldId id="911" r:id="rId17"/>
    <p:sldId id="571" r:id="rId18"/>
    <p:sldId id="672" r:id="rId19"/>
    <p:sldId id="778" r:id="rId20"/>
    <p:sldId id="572" r:id="rId21"/>
    <p:sldId id="676" r:id="rId22"/>
    <p:sldId id="707" r:id="rId23"/>
    <p:sldId id="719" r:id="rId24"/>
    <p:sldId id="902" r:id="rId25"/>
    <p:sldId id="903" r:id="rId26"/>
    <p:sldId id="876" r:id="rId27"/>
    <p:sldId id="896" r:id="rId28"/>
    <p:sldId id="897" r:id="rId29"/>
    <p:sldId id="904" r:id="rId30"/>
    <p:sldId id="905" r:id="rId31"/>
    <p:sldId id="913" r:id="rId32"/>
    <p:sldId id="914" r:id="rId33"/>
    <p:sldId id="906" r:id="rId34"/>
    <p:sldId id="907" r:id="rId35"/>
    <p:sldId id="915" r:id="rId36"/>
    <p:sldId id="916" r:id="rId37"/>
    <p:sldId id="917" r:id="rId38"/>
    <p:sldId id="918" r:id="rId39"/>
    <p:sldId id="908" r:id="rId40"/>
    <p:sldId id="909" r:id="rId41"/>
    <p:sldId id="695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7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第9章  JavaScript DOM编程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9.1  DOM概述</a:t>
            </a:r>
          </a:p>
          <a:p>
            <a:r>
              <a:t>9.2  window对象</a:t>
            </a:r>
          </a:p>
          <a:p>
            <a:r>
              <a:t>9.3  document对象</a:t>
            </a:r>
          </a:p>
          <a:p>
            <a:r>
              <a:t>9.4  location对象</a:t>
            </a:r>
          </a:p>
          <a:p>
            <a:r>
              <a:t>9.5  history对象</a:t>
            </a:r>
          </a:p>
          <a:p>
            <a:r>
              <a:t>9.6  screen对象</a:t>
            </a:r>
          </a:p>
          <a:p/>
        </p:txBody>
      </p:sp>
      <p:sp>
        <p:nvSpPr>
          <p:cNvPr id="4" name="Rectangle 1"/>
          <p:cNvSpPr>
            <a:spLocks noGrp="1"/>
          </p:cNvSpPr>
          <p:nvPr/>
        </p:nvSpPr>
        <p:spPr>
          <a:xfrm>
            <a:off x="6066155" y="2538095"/>
            <a:ext cx="5260340" cy="357124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9.7  navigator对象</a:t>
            </a:r>
          </a:p>
          <a:p>
            <a:r>
              <a:t>9.8  Form对象</a:t>
            </a:r>
          </a:p>
          <a:p>
            <a:r>
              <a:t>9.9  DOM节点</a:t>
            </a:r>
          </a:p>
          <a:p>
            <a:r>
              <a:t>9.10  对象事件处理程序</a:t>
            </a:r>
          </a:p>
          <a:p>
            <a:r>
              <a:t>9.11  综合案例——馨美装修工程复选框全选效果</a:t>
            </a:r>
          </a:p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9.1  DOM概述</a:t>
            </a:r>
            <a:endParaRPr>
              <a:sym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9.1  DOM概述</a:t>
            </a:r>
            <a:endParaRPr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23925" y="1447800"/>
            <a:ext cx="537718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DOM是一种与平台、语言无关的接口，允许程序和脚本动态地访问或更新HTML或XML文档的内容、结构和样式，且提供了一系列的函数和对象来实现访问、添加、修改及删除操作。HTML文档中的DOM模型如图9-1所示。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925" y="1186815"/>
            <a:ext cx="4612640" cy="44843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9.2  window对象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9.2.1  window对象的属性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9.2.2  window对象的方法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9.2.1  window对象的属性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window对象的属性见表9-1。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140" y="2265680"/>
            <a:ext cx="8370570" cy="37541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9.2.2  window对象的方法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995" y="2366010"/>
            <a:ext cx="7800975" cy="4286250"/>
          </a:xfrm>
          <a:prstGeom prst="rect">
            <a:avLst/>
          </a:prstGeom>
        </p:spPr>
      </p:pic>
      <p:sp>
        <p:nvSpPr>
          <p:cNvPr id="4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window对象的方法见表9-2。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9.2.2  window对象的方法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【例9-1】显示窗口的宽、高和设置计时器。页面初次加载时依次显示两个提示框，延时5000ms后再调用hello()，显示欢迎信息的对话框，本例文件9-1.html在浏览器中显示效果如图9-2所示。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955" y="3827780"/>
            <a:ext cx="10196195" cy="19939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9.3  document对象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833880" y="3246755"/>
            <a:ext cx="43783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9.3.1  document对象的属性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9.3.2  document对象的方法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9.3.1  document对象的属性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document对象的属性见表9-3。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635" y="2242820"/>
            <a:ext cx="9142095" cy="32131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9.3.2  document对象的方法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document对象的方法见表9-4。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840" y="2320925"/>
            <a:ext cx="8909685" cy="36988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9.3.2  document对象的方法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【例9-2】使用getElementById()、getElementsByName()、getElementsByTagName()方法操作文档中的元素。本例文件9-2.html在浏览器中显示的效果如图9-3所示。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1090" y="3520440"/>
            <a:ext cx="5519420" cy="28162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272905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9.4  location对象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3265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9.4.1  location对象的属性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9.4.2  location对象的方法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spcBef>
                <a:spcPct val="0"/>
              </a:spcBef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9.4.1  location对象的属性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location对象中包含当前页面的URL地址的各种信息，例如：协议、主机服务器和端口号等，location对象的属性见表9-5。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75" y="2949575"/>
            <a:ext cx="8555355" cy="33166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9.4.2  location对象的方法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location对象提供了以下3个方法，用于加载或重新加载页面中的内容，location对象的方法见表9-6。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885" y="2980055"/>
            <a:ext cx="9460865" cy="25361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9.5  history对象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9.5  history对象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history对象提供了back()、forward()和go()方法来实现针对历史访问的前进与后退功能，见表9-7。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775" y="3027045"/>
            <a:ext cx="9441815" cy="20307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9.6  screen对象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9.6  screen对象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screen对象中存放着有关客户端显示屏幕的信息，包括浏览器屏幕的信息与显示器屏幕的信息。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screen对象的属性如表9-8所示。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390" y="3540125"/>
            <a:ext cx="9170670" cy="20777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9.7  navigator对象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9.7  navigator对象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navigator对象的属性如表9-9所示。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2200910"/>
            <a:ext cx="7810500" cy="39719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9.8  Form对象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2249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9.8.1  Form对象的属性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9.8.2  Form对象的方法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9.8.1  Form对象的属性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Form对象的属性见表9-10。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135" y="2394585"/>
            <a:ext cx="9093835" cy="340614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9.8.2  Form对象的方法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Form对象的方法见表9-11。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325" y="2388870"/>
            <a:ext cx="9530715" cy="16344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9.9  DOM节点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2249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9.9.1  Node对象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9.9.2  Element对象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9.9.3  NodeList对象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9.9.1  Node对象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Node对象的属性用于获得该节点的类型，如表9-12所示。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5650" y="2505075"/>
            <a:ext cx="8140065" cy="245808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9.9.2  Element对象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Element对象继承了Node对象，是Node对象中的一种，常用的属性如表9-13所示。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250" y="2313940"/>
            <a:ext cx="7015480" cy="383413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9.9.3  NodeList对象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NodeList对象是一个节点集合。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【例9-3】DOM节点示例。单击“统计”按钮前，合计销量为0；单击“统计”按钮后，计算出所有商品的合计销量。本例文件9-3.html在浏览器中的显示效果如图9-4所示。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275" y="4109720"/>
            <a:ext cx="7106285" cy="236474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9.10  对象事件处理程序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49155" name="文本占位符 1"/>
          <p:cNvSpPr txBox="1"/>
          <p:nvPr/>
        </p:nvSpPr>
        <p:spPr>
          <a:xfrm>
            <a:off x="1284605" y="3289300"/>
            <a:ext cx="4722495" cy="232600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9.10.1  对象的事件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9.10.2  常用的事件及处理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algn="l" defTabSz="457200">
              <a:lnSpc>
                <a:spcPct val="150000"/>
              </a:lnSpc>
              <a:buClrTx/>
              <a:buSzTx/>
              <a:buNone/>
              <a:tabLst>
                <a:tab pos="5267325" algn="r"/>
              </a:tabLst>
            </a:pPr>
            <a:r>
              <a:rPr lang="en-US" altLang="zh-CN" b="1" dirty="0">
                <a:latin typeface="Calibri" panose="020F0502020204030204" pitchFamily="34" charset="0"/>
                <a:cs typeface="Times New Roman" panose="02020603050405020304" pitchFamily="18" charset="0"/>
              </a:rPr>
              <a:t>9.10.3  表单对象与交互性</a:t>
            </a:r>
            <a:endParaRPr lang="en-US" altLang="zh-CN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9.10.1  对象的事件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一个对象可以响应一个或多个事件，因此可以使用一个和多个事件过程对用户或系统的事件做出响应。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对象事件有3类：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用户引起的事件，如网页装载、表单提交等。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引起页面之间跳转的事件，主要是超链接。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>
              <a:spcBef>
                <a:spcPct val="0"/>
              </a:spcBef>
              <a:buSzPct val="85000"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 表单内部与界面对象的交互，包括界面对象的改变等。这类事件可以按照应用程序的具体功能自由设计。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9.10.2  常用的事件及处理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1．浏览器事件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浏览器事件由Load、unLoad、DragDrop以及Submit等组成。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2．鼠标事件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常用的鼠标事件有MouseDown、MouseMove、MouseUp、MouseOver、MouseOut、C1ick、Blur以及Focus等事件。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3．键盘事件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常用的键盘事件有KeyDown、KeyPress、KeyUp、Change、Select、Move和Resize事件。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9.10.3  表单对象与交互性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表单中的基本元素（子对象）有按钮、单选按钮、复选按钮、提交按钮、重置按钮、文本框等。在JavaScript中要访问这些基本元素，必须通过对应特定的表单元素的表单元素名来实现。每一个元素主要是通过该元素的属性或方法来引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调用Form对象的一般格式为：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&lt;form name="表单名" action="URL" …&gt;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&lt;input type="表项类型" name="表项名" value="缺省值" 事件="方法函数"…&gt;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0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&lt;/form&gt;</a:t>
            </a:r>
            <a:endParaRPr lang="en-US" altLang="zh-CN" sz="20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9.10.3  表单对象与交互性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1．Text单行单列输入元素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2．Textarea多行多列输入元素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3．Select选择元素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4．Button按钮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5．checkbox检查框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6．Password口令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7．submit提交元素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9.10.3  表单对象与交互性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【例9-4】本例是一个在提交时检查条件是否满足要求的简单程序。本例文件9-4.html在浏览器中的显示效果如图9-5所示。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745" y="3055620"/>
            <a:ext cx="7637145" cy="296418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3"/>
          <p:cNvSpPr>
            <a:spLocks noGrp="1"/>
          </p:cNvSpPr>
          <p:nvPr>
            <p:ph type="ctrTitle"/>
          </p:nvPr>
        </p:nvSpPr>
        <p:spPr>
          <a:xfrm>
            <a:off x="1981200" y="1506855"/>
            <a:ext cx="914019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9.11  综合案例——馨美装修工程复选框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lang="en-US" altLang="zh-CN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9.11  综合案例——馨美装修工程复选框</a:t>
            </a:r>
            <a:endParaRPr lang="en-US" altLang="zh-CN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【例9-5】使用JavaScript实现馨美装修工程复选框的全选效果。本例文件9-5.html在浏览器中的显示效果如图9-6所示。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4560" y="2851150"/>
            <a:ext cx="5594985" cy="388683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9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1．编写程序实现年月日的联动功能，当改变“年”、“月”菜单的值时，“日”菜单的值的范围也会相应地改变，如图9-7所示。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2．使用window对象的setTimeout()方法和clearTimeout()方法设计一个简单的计时器。当单击“开始计时”按钮后启动计时器，文本框从0开始进行计时；单击“暂停计时”按钮后暂停计时，如图9-8所示。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3．DOM编程综合练习，验证表单提交的注册信息，当用户输入的内容不符合要求时，弹出对话框进行提示，如图9-9所示。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2901</Words>
  <Application>WPS 演示</Application>
  <PresentationFormat>宽屏</PresentationFormat>
  <Paragraphs>204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幼圆</vt:lpstr>
      <vt:lpstr>黑体</vt:lpstr>
      <vt:lpstr>平衡</vt:lpstr>
      <vt:lpstr>1_平衡</vt:lpstr>
      <vt:lpstr>PowerPoint 演示文稿</vt:lpstr>
      <vt:lpstr>第6章  CSS3盒模型</vt:lpstr>
      <vt:lpstr>目录</vt:lpstr>
      <vt:lpstr>6.1  盒模型概述</vt:lpstr>
      <vt:lpstr>6.1.1  盒子的组成</vt:lpstr>
      <vt:lpstr>6.2  盒模型的属性</vt:lpstr>
      <vt:lpstr>6.2.1  内边距属性</vt:lpstr>
      <vt:lpstr>8.2.1  在HTML文档中嵌入脚本程序</vt:lpstr>
      <vt:lpstr>9.2.2  window对象的方法</vt:lpstr>
      <vt:lpstr>6.3  CSS3布局属性</vt:lpstr>
      <vt:lpstr>6.3.1  元素的布局方式概述</vt:lpstr>
      <vt:lpstr>6.3.1  元素的布局方式概述</vt:lpstr>
      <vt:lpstr>9.3.2  document对象的方法</vt:lpstr>
      <vt:lpstr>6.4  CSS3盒子定位属性</vt:lpstr>
      <vt:lpstr>6.4.1  定位位置属性</vt:lpstr>
      <vt:lpstr>6.4.2  定位方式属性</vt:lpstr>
      <vt:lpstr>6.5  CSS3多列属性</vt:lpstr>
      <vt:lpstr>6.5.1  列数属性</vt:lpstr>
      <vt:lpstr>6.6  综合案例——馨美登录页面整体布局</vt:lpstr>
      <vt:lpstr>6.6  综合案例——馨美装修登录页面整体布局</vt:lpstr>
      <vt:lpstr>9.6  screen对象</vt:lpstr>
      <vt:lpstr>9.6  screen对象</vt:lpstr>
      <vt:lpstr>8.6  流程控制语句</vt:lpstr>
      <vt:lpstr>8.6.3  循环结构语句</vt:lpstr>
      <vt:lpstr>8.7.1  函数的声明</vt:lpstr>
      <vt:lpstr>9.8  Form对象</vt:lpstr>
      <vt:lpstr>8.7.1  函数的声明</vt:lpstr>
      <vt:lpstr>9.9.1  Node对象</vt:lpstr>
      <vt:lpstr>9.9.2  Element对象</vt:lpstr>
      <vt:lpstr>9.9  DOM节点</vt:lpstr>
      <vt:lpstr>8.7.1  函数的声明</vt:lpstr>
      <vt:lpstr>9.10.1  对象的事件</vt:lpstr>
      <vt:lpstr>9.10.2  常用的事件及处理</vt:lpstr>
      <vt:lpstr>9.10.3  表单对象与交互性</vt:lpstr>
      <vt:lpstr>9.10.3  表单对象与交互性</vt:lpstr>
      <vt:lpstr>9.10  对象事件处理程序</vt:lpstr>
      <vt:lpstr>8.7.1  函数的声明</vt:lpstr>
      <vt:lpstr>习题6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1149</cp:revision>
  <dcterms:created xsi:type="dcterms:W3CDTF">2013-04-09T00:17:00Z</dcterms:created>
  <dcterms:modified xsi:type="dcterms:W3CDTF">2022-09-30T03:28:10Z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2F7063C9C78841618FC0E8B6444A79BB</vt:lpwstr>
  </property>
  <property fmtid="{D5CDD505-2E9C-101B-9397-08002B2CF9AE}" pid="3" name="KSOProductBuildVer">
    <vt:lpwstr>2052-11.1.0.12358</vt:lpwstr>
  </property>
</Properties>
</file>